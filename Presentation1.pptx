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664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96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95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35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90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5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18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01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01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58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67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4686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218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00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343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43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22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3F366A5-4E97-47B3-B298-7BF6E24DC13C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E775-BE07-4E27-89B6-462CAE1BA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6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Learn/JavaScript/Asynchronous/Introducin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763A7F-2D5E-0FAB-B451-CDB498E164DD}"/>
              </a:ext>
            </a:extLst>
          </p:cNvPr>
          <p:cNvSpPr/>
          <p:nvPr/>
        </p:nvSpPr>
        <p:spPr>
          <a:xfrm>
            <a:off x="-499528" y="125524"/>
            <a:ext cx="527771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Synchronous </a:t>
            </a:r>
          </a:p>
          <a:p>
            <a:pPr algn="ctr"/>
            <a:r>
              <a:rPr lang="en-US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VS</a:t>
            </a:r>
          </a:p>
          <a:p>
            <a:pPr algn="ctr"/>
            <a:r>
              <a:rPr lang="en-US" sz="4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Asynchronous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85B317-AF38-EB55-B4BD-A4A51A07A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82" y="3103464"/>
            <a:ext cx="4778189" cy="37545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A45EBA-FA01-AEAF-D8D4-93BFF5A26C83}"/>
              </a:ext>
            </a:extLst>
          </p:cNvPr>
          <p:cNvSpPr/>
          <p:nvPr/>
        </p:nvSpPr>
        <p:spPr>
          <a:xfrm>
            <a:off x="5057377" y="2009806"/>
            <a:ext cx="52686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5">
                    <a:lumMod val="50000"/>
                  </a:schemeClr>
                </a:solidFill>
                <a:effectLst/>
              </a:rPr>
              <a:t>Simple Difference</a:t>
            </a:r>
            <a:endParaRPr lang="en-IN" sz="5400" b="1" cap="none" spc="0" dirty="0">
              <a:ln/>
              <a:solidFill>
                <a:schemeClr val="accent5">
                  <a:lumMod val="50000"/>
                </a:schemeClr>
              </a:solidFill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B5A06B-22AE-BF93-2BF5-EB95DBE44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918" y="3354979"/>
            <a:ext cx="6174439" cy="3206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8345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8C648A-5230-CC36-FEB1-ABDB22293BC0}"/>
              </a:ext>
            </a:extLst>
          </p:cNvPr>
          <p:cNvSpPr/>
          <p:nvPr/>
        </p:nvSpPr>
        <p:spPr>
          <a:xfrm>
            <a:off x="122837" y="62672"/>
            <a:ext cx="321203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Synchronous:-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27594C-06CB-7778-15CD-792CF4D8CCCB}"/>
              </a:ext>
            </a:extLst>
          </p:cNvPr>
          <p:cNvSpPr/>
          <p:nvPr/>
        </p:nvSpPr>
        <p:spPr>
          <a:xfrm>
            <a:off x="3639670" y="314202"/>
            <a:ext cx="710004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Every statement of code gets executed one by one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F5B8D2-AB86-AC65-7EE8-D4CC0F232DD2}"/>
              </a:ext>
            </a:extLst>
          </p:cNvPr>
          <p:cNvSpPr/>
          <p:nvPr/>
        </p:nvSpPr>
        <p:spPr>
          <a:xfrm>
            <a:off x="3334869" y="1313022"/>
            <a:ext cx="8588189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will block user request until operation completes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Browser will be unresponsive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A48CDA-6C35-55E6-ED5D-0F57017E90C8}"/>
              </a:ext>
            </a:extLst>
          </p:cNvPr>
          <p:cNvSpPr/>
          <p:nvPr/>
        </p:nvSpPr>
        <p:spPr>
          <a:xfrm>
            <a:off x="0" y="2546530"/>
            <a:ext cx="405880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1" cap="none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Lets see on vscode:-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376536-9BBE-EA77-2405-75033301C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73" y="3472261"/>
            <a:ext cx="3765182" cy="2388201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1C8C00DA-0CAC-998F-1013-96EF021D1B71}"/>
              </a:ext>
            </a:extLst>
          </p:cNvPr>
          <p:cNvSpPr/>
          <p:nvPr/>
        </p:nvSpPr>
        <p:spPr>
          <a:xfrm>
            <a:off x="4847666" y="4195752"/>
            <a:ext cx="896470" cy="830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AC8FEC-19A6-D9A1-38D1-D59A7C132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647" y="3972124"/>
            <a:ext cx="5889812" cy="127825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0FC271C-B8DF-E0A8-9E56-09037DEA4578}"/>
              </a:ext>
            </a:extLst>
          </p:cNvPr>
          <p:cNvSpPr/>
          <p:nvPr/>
        </p:nvSpPr>
        <p:spPr>
          <a:xfrm>
            <a:off x="4406157" y="2681174"/>
            <a:ext cx="245184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Simple code</a:t>
            </a:r>
          </a:p>
        </p:txBody>
      </p:sp>
    </p:spTree>
    <p:extLst>
      <p:ext uri="{BB962C8B-B14F-4D97-AF65-F5344CB8AC3E}">
        <p14:creationId xmlns:p14="http://schemas.microsoft.com/office/powerpoint/2010/main" val="2078690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CFD75B-0ED4-BBC9-DB0C-74B5AC34C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82353"/>
            <a:ext cx="2536542" cy="2303929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58486468-6A70-4E1B-8182-0F849A71B433}"/>
              </a:ext>
            </a:extLst>
          </p:cNvPr>
          <p:cNvSpPr/>
          <p:nvPr/>
        </p:nvSpPr>
        <p:spPr>
          <a:xfrm>
            <a:off x="62753" y="2223247"/>
            <a:ext cx="3083859" cy="1873624"/>
          </a:xfrm>
          <a:prstGeom prst="wedgeRectCallo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D25E7-CA9B-CA81-88E4-0901013705BC}"/>
              </a:ext>
            </a:extLst>
          </p:cNvPr>
          <p:cNvSpPr txBox="1"/>
          <p:nvPr/>
        </p:nvSpPr>
        <p:spPr>
          <a:xfrm flipH="1">
            <a:off x="62753" y="2375647"/>
            <a:ext cx="31735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Ok but,</a:t>
            </a:r>
          </a:p>
          <a:p>
            <a:r>
              <a:rPr lang="en-US" sz="2400" dirty="0"/>
              <a:t>What’s the problem in synchronous code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7D0253-FAFD-6387-E634-B881013D888A}"/>
              </a:ext>
            </a:extLst>
          </p:cNvPr>
          <p:cNvSpPr/>
          <p:nvPr/>
        </p:nvSpPr>
        <p:spPr>
          <a:xfrm>
            <a:off x="4025153" y="1856166"/>
            <a:ext cx="8104094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 to worry about code now</a:t>
            </a:r>
          </a:p>
          <a:p>
            <a:endParaRPr lang="en-US" sz="2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2400" dirty="0">
                <a:ln w="0"/>
              </a:rPr>
              <a:t>I will show long time taking synchronous example on my pc just to show how irritating it is</a:t>
            </a:r>
            <a:r>
              <a:rPr lang="en-US" sz="2400" dirty="0">
                <a:ln w="0"/>
                <a:sym typeface="Wingdings" panose="05000000000000000000" pitchFamily="2" charset="2"/>
              </a:rPr>
              <a:t>.</a:t>
            </a:r>
          </a:p>
          <a:p>
            <a:endParaRPr lang="en-US" sz="2400" dirty="0">
              <a:ln w="0"/>
              <a:sym typeface="Wingdings" panose="05000000000000000000" pitchFamily="2" charset="2"/>
            </a:endParaRPr>
          </a:p>
          <a:p>
            <a:r>
              <a:rPr lang="en-US" sz="2400" dirty="0">
                <a:ln w="0"/>
                <a:sym typeface="Wingdings" panose="05000000000000000000" pitchFamily="2" charset="2"/>
              </a:rPr>
              <a:t>It will be a code that generates user given no. of prime numbers</a:t>
            </a:r>
          </a:p>
          <a:p>
            <a:endParaRPr lang="en-US" sz="2400" dirty="0">
              <a:ln w="0"/>
              <a:sym typeface="Wingdings" panose="05000000000000000000" pitchFamily="2" charset="2"/>
            </a:endParaRPr>
          </a:p>
          <a:p>
            <a:r>
              <a:rPr lang="en-US" sz="2400" dirty="0">
                <a:ln w="0"/>
                <a:sym typeface="Wingdings" panose="05000000000000000000" pitchFamily="2" charset="2"/>
                <a:hlinkClick r:id="rId3"/>
              </a:rPr>
              <a:t>click</a:t>
            </a:r>
            <a:endParaRPr lang="en-US" sz="2400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315891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78DA88-BDA6-3CE0-F554-1177E46A928C}"/>
              </a:ext>
            </a:extLst>
          </p:cNvPr>
          <p:cNvSpPr/>
          <p:nvPr/>
        </p:nvSpPr>
        <p:spPr>
          <a:xfrm>
            <a:off x="154608" y="287329"/>
            <a:ext cx="34856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As</a:t>
            </a:r>
            <a:r>
              <a:rPr lang="en-US" sz="4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ynchronous:-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5FC79-B70E-CAC1-49BF-911BFBEF794E}"/>
              </a:ext>
            </a:extLst>
          </p:cNvPr>
          <p:cNvSpPr/>
          <p:nvPr/>
        </p:nvSpPr>
        <p:spPr>
          <a:xfrm>
            <a:off x="3890682" y="353943"/>
            <a:ext cx="64994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0" i="0" dirty="0">
                <a:solidFill>
                  <a:schemeClr val="accent3"/>
                </a:solidFill>
                <a:effectLst/>
                <a:latin typeface="Verdana" panose="020B0604030504040204" pitchFamily="34" charset="0"/>
              </a:rPr>
              <a:t>Functions running in parallel with other functions are called asynchronous</a:t>
            </a:r>
            <a:endParaRPr lang="en-US" sz="2000" b="1" dirty="0">
              <a:ln w="0"/>
              <a:solidFill>
                <a:schemeClr val="accent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B303E-068E-FEDA-EED6-9C8536D74823}"/>
              </a:ext>
            </a:extLst>
          </p:cNvPr>
          <p:cNvSpPr/>
          <p:nvPr/>
        </p:nvSpPr>
        <p:spPr>
          <a:xfrm>
            <a:off x="3128682" y="1115617"/>
            <a:ext cx="710004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latin typeface="Verdana" panose="020B0604030504040204" pitchFamily="34" charset="0"/>
              </a:rPr>
              <a:t>Asynchronous code doesn’t block the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latin typeface="Verdana" panose="020B0604030504040204" pitchFamily="34" charset="0"/>
              </a:rPr>
              <a:t>Browser is responsive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latin typeface="Verdana" panose="020B0604030504040204" pitchFamily="34" charset="0"/>
              </a:rPr>
              <a:t>Allows multiple things to happen at same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n w="0"/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A24BDB-0731-3C56-37FB-1A93D9543CA0}"/>
              </a:ext>
            </a:extLst>
          </p:cNvPr>
          <p:cNvSpPr/>
          <p:nvPr/>
        </p:nvSpPr>
        <p:spPr>
          <a:xfrm>
            <a:off x="91854" y="2385268"/>
            <a:ext cx="434567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1" cap="none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Lets see on vscode:-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6FCD51-A2AE-29DC-8607-47AB4618213D}"/>
              </a:ext>
            </a:extLst>
          </p:cNvPr>
          <p:cNvSpPr/>
          <p:nvPr/>
        </p:nvSpPr>
        <p:spPr>
          <a:xfrm>
            <a:off x="522160" y="3028890"/>
            <a:ext cx="687170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n w="0"/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setTimeout is best example of asynchronous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5F7165-82F0-038E-8A93-D6FD2B9D4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65" y="4271647"/>
            <a:ext cx="3968654" cy="2184475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E9103017-E147-ED7C-E3F9-178E4D33D59F}"/>
              </a:ext>
            </a:extLst>
          </p:cNvPr>
          <p:cNvSpPr/>
          <p:nvPr/>
        </p:nvSpPr>
        <p:spPr>
          <a:xfrm>
            <a:off x="5459506" y="4947294"/>
            <a:ext cx="968188" cy="766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48898E-A09A-4BD1-EBF7-5DB27ABC2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560" y="5106043"/>
            <a:ext cx="4713324" cy="515681"/>
          </a:xfrm>
          <a:prstGeom prst="rect">
            <a:avLst/>
          </a:prstGeom>
        </p:spPr>
      </p:pic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BA42B6B3-E817-26BD-2150-D25A0F5152D2}"/>
              </a:ext>
            </a:extLst>
          </p:cNvPr>
          <p:cNvSpPr/>
          <p:nvPr/>
        </p:nvSpPr>
        <p:spPr>
          <a:xfrm>
            <a:off x="7485529" y="2537012"/>
            <a:ext cx="4191355" cy="2026023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FA0F4B-FC8F-1029-D9BC-2E40B8CAB99D}"/>
              </a:ext>
            </a:extLst>
          </p:cNvPr>
          <p:cNvSpPr txBox="1"/>
          <p:nvPr/>
        </p:nvSpPr>
        <p:spPr>
          <a:xfrm>
            <a:off x="7900323" y="3028890"/>
            <a:ext cx="3626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last complex example with asynchronous to be shown.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66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DAD254AA-6311-5C44-07FE-7A9B73DDEC11}"/>
              </a:ext>
            </a:extLst>
          </p:cNvPr>
          <p:cNvSpPr/>
          <p:nvPr/>
        </p:nvSpPr>
        <p:spPr>
          <a:xfrm flipV="1">
            <a:off x="0" y="323601"/>
            <a:ext cx="3182471" cy="1792943"/>
          </a:xfrm>
          <a:prstGeom prst="cloud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3ED1A-BD13-8F04-E76C-CE5E5FE452EA}"/>
              </a:ext>
            </a:extLst>
          </p:cNvPr>
          <p:cNvSpPr txBox="1"/>
          <p:nvPr/>
        </p:nvSpPr>
        <p:spPr>
          <a:xfrm>
            <a:off x="439270" y="863932"/>
            <a:ext cx="2671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of Asynchronous Script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CB52AA-7C27-0F7B-8E99-2A6979065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518" y="1220073"/>
            <a:ext cx="5262282" cy="2960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52B273-0F33-AB89-B5CC-45765AD4C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953195"/>
            <a:ext cx="3712497" cy="16551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C11825-95E4-0B08-60D1-6B6980C11AE5}"/>
              </a:ext>
            </a:extLst>
          </p:cNvPr>
          <p:cNvSpPr/>
          <p:nvPr/>
        </p:nvSpPr>
        <p:spPr>
          <a:xfrm>
            <a:off x="263642" y="4609073"/>
            <a:ext cx="9140644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While loading heavy data from server we need our </a:t>
            </a:r>
          </a:p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website to be responsive while loading Is done </a:t>
            </a:r>
          </a:p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its Background.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769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0EAC0B-E96D-1D8D-D85A-C52B8C693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82353"/>
            <a:ext cx="2536542" cy="2303929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00FD1DB0-15E4-21B1-42C6-5D59624EF576}"/>
              </a:ext>
            </a:extLst>
          </p:cNvPr>
          <p:cNvSpPr/>
          <p:nvPr/>
        </p:nvSpPr>
        <p:spPr>
          <a:xfrm>
            <a:off x="62753" y="2223247"/>
            <a:ext cx="3083859" cy="1873624"/>
          </a:xfrm>
          <a:prstGeom prst="wedgeRectCallo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While loading file there might be the content which you cannot use before it is fully loaded.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DD774-1CBB-C530-22A6-237A4D84789F}"/>
              </a:ext>
            </a:extLst>
          </p:cNvPr>
          <p:cNvSpPr/>
          <p:nvPr/>
        </p:nvSpPr>
        <p:spPr>
          <a:xfrm>
            <a:off x="4555058" y="1274202"/>
            <a:ext cx="4490332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 the terms come:</a:t>
            </a:r>
          </a:p>
          <a:p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n w="0"/>
                <a:solidFill>
                  <a:schemeClr val="tx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Callbacks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n w="0"/>
                <a:solidFill>
                  <a:schemeClr val="tx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Promises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n w="0"/>
                <a:solidFill>
                  <a:schemeClr val="tx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Await / Async</a:t>
            </a:r>
          </a:p>
        </p:txBody>
      </p:sp>
    </p:spTree>
    <p:extLst>
      <p:ext uri="{BB962C8B-B14F-4D97-AF65-F5344CB8AC3E}">
        <p14:creationId xmlns:p14="http://schemas.microsoft.com/office/powerpoint/2010/main" val="421931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F78093-8282-D1BE-1ACA-79EA7DBCB61E}"/>
              </a:ext>
            </a:extLst>
          </p:cNvPr>
          <p:cNvSpPr/>
          <p:nvPr/>
        </p:nvSpPr>
        <p:spPr>
          <a:xfrm>
            <a:off x="376517" y="385954"/>
            <a:ext cx="270734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Callbacks:-</a:t>
            </a:r>
            <a:endParaRPr lang="en-US" sz="3200" dirty="0">
              <a:ln w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144D55-B5A6-A458-1CFA-F5F0994CC75B}"/>
              </a:ext>
            </a:extLst>
          </p:cNvPr>
          <p:cNvSpPr/>
          <p:nvPr/>
        </p:nvSpPr>
        <p:spPr>
          <a:xfrm>
            <a:off x="1443316" y="1274201"/>
            <a:ext cx="892584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callback is a function passed as an argument to another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technique allows a function to call another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callback function can run after another function has finished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04036-D719-376B-9548-1C914AE84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8" y="3899647"/>
            <a:ext cx="5082141" cy="254550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54F769C4-6687-DCEA-FF03-F90746901EAD}"/>
              </a:ext>
            </a:extLst>
          </p:cNvPr>
          <p:cNvSpPr/>
          <p:nvPr/>
        </p:nvSpPr>
        <p:spPr>
          <a:xfrm>
            <a:off x="5422143" y="4711572"/>
            <a:ext cx="968188" cy="766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1EBDAC-C6A2-301F-CCD2-E0384CF94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35" y="4711572"/>
            <a:ext cx="4464465" cy="77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8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AFCDCE-0FB8-6A27-4AAA-DB0F7228B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82353"/>
            <a:ext cx="2536542" cy="2303929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1126EC4A-82D5-D5AA-1F08-F3B0EA2AF973}"/>
              </a:ext>
            </a:extLst>
          </p:cNvPr>
          <p:cNvSpPr/>
          <p:nvPr/>
        </p:nvSpPr>
        <p:spPr>
          <a:xfrm>
            <a:off x="80683" y="2877672"/>
            <a:ext cx="2375647" cy="1353671"/>
          </a:xfrm>
          <a:prstGeom prst="wedgeRectCallo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Then, What's the Problem in Callbacks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EBFE5-9F60-C98E-654E-DC83E7838589}"/>
              </a:ext>
            </a:extLst>
          </p:cNvPr>
          <p:cNvSpPr txBox="1"/>
          <p:nvPr/>
        </p:nvSpPr>
        <p:spPr>
          <a:xfrm>
            <a:off x="7817224" y="0"/>
            <a:ext cx="4374776" cy="569386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doStep1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init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callback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4FC1FF"/>
                </a:solidFill>
                <a:latin typeface="Consolas" panose="020B0609020204030204" pitchFamily="49" charset="0"/>
              </a:rPr>
              <a:t>result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init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IN" sz="1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callback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4FC1FF"/>
                </a:solidFill>
                <a:latin typeface="Consolas" panose="020B0609020204030204" pitchFamily="49" charset="0"/>
              </a:rPr>
              <a:t>result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doStep2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init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callback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4FC1FF"/>
                </a:solidFill>
                <a:latin typeface="Consolas" panose="020B0609020204030204" pitchFamily="49" charset="0"/>
              </a:rPr>
              <a:t>result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init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IN" sz="1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callback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4FC1FF"/>
                </a:solidFill>
                <a:latin typeface="Consolas" panose="020B0609020204030204" pitchFamily="49" charset="0"/>
              </a:rPr>
              <a:t>result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doStep3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init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callback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4FC1FF"/>
                </a:solidFill>
                <a:latin typeface="Consolas" panose="020B0609020204030204" pitchFamily="49" charset="0"/>
              </a:rPr>
              <a:t>result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init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IN" sz="14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callback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4FC1FF"/>
                </a:solidFill>
                <a:latin typeface="Consolas" panose="020B0609020204030204" pitchFamily="49" charset="0"/>
              </a:rPr>
              <a:t>result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doOperation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doStep1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result1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doStep2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result1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result2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doStep3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result2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result3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`</a:t>
            </a:r>
            <a:r>
              <a:rPr lang="en-IN" sz="1400">
                <a:solidFill>
                  <a:srgbClr val="CE9178"/>
                </a:solidFill>
                <a:latin typeface="Consolas" panose="020B0609020204030204" pitchFamily="49" charset="0"/>
              </a:rPr>
              <a:t>result:</a:t>
            </a:r>
            <a:r>
              <a:rPr lang="en-IN" sz="1400">
                <a:solidFill>
                  <a:srgbClr val="569CD6"/>
                </a:solidFill>
                <a:latin typeface="Consolas" panose="020B0609020204030204" pitchFamily="49" charset="0"/>
              </a:rPr>
              <a:t>${</a:t>
            </a:r>
            <a:r>
              <a:rPr lang="en-IN" sz="1400">
                <a:solidFill>
                  <a:srgbClr val="9CDCFE"/>
                </a:solidFill>
                <a:latin typeface="Consolas" panose="020B0609020204030204" pitchFamily="49" charset="0"/>
              </a:rPr>
              <a:t>result3</a:t>
            </a:r>
            <a:r>
              <a:rPr lang="en-IN" sz="140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400">
                <a:solidFill>
                  <a:srgbClr val="CE9178"/>
                </a:solidFill>
                <a:latin typeface="Consolas" panose="020B0609020204030204" pitchFamily="49" charset="0"/>
              </a:rPr>
              <a:t>`</a:t>
            </a:r>
            <a:r>
              <a:rPr lang="en-IN" sz="140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IN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});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});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doOperation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EA72D-DAE3-CECD-3EDF-BA238510CA20}"/>
              </a:ext>
            </a:extLst>
          </p:cNvPr>
          <p:cNvSpPr/>
          <p:nvPr/>
        </p:nvSpPr>
        <p:spPr>
          <a:xfrm>
            <a:off x="2536542" y="71718"/>
            <a:ext cx="4384534" cy="1200329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is What Nested</a:t>
            </a:r>
          </a:p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callback looks like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E1E078-0E20-B5F1-0813-DE0FFBFD328E}"/>
              </a:ext>
            </a:extLst>
          </p:cNvPr>
          <p:cNvSpPr/>
          <p:nvPr/>
        </p:nvSpPr>
        <p:spPr>
          <a:xfrm>
            <a:off x="3083174" y="3882188"/>
            <a:ext cx="4751622" cy="120032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  <a:solidFill>
                  <a:schemeClr val="tx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 to understand</a:t>
            </a:r>
          </a:p>
          <a:p>
            <a:pPr algn="ctr"/>
            <a:r>
              <a:rPr lang="en-US" sz="3600" b="0" cap="none" spc="0" dirty="0">
                <a:ln w="0"/>
                <a:solidFill>
                  <a:schemeClr val="tx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deb</a:t>
            </a:r>
            <a:r>
              <a:rPr lang="en-US" sz="3600" dirty="0">
                <a:ln w="0"/>
                <a:solidFill>
                  <a:schemeClr val="tx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ug code</a:t>
            </a:r>
            <a:r>
              <a:rPr lang="en-IN" sz="3600" dirty="0">
                <a:ln w="0"/>
                <a:solidFill>
                  <a:schemeClr val="tx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😢</a:t>
            </a:r>
          </a:p>
        </p:txBody>
      </p:sp>
    </p:spTree>
    <p:extLst>
      <p:ext uri="{BB962C8B-B14F-4D97-AF65-F5344CB8AC3E}">
        <p14:creationId xmlns:p14="http://schemas.microsoft.com/office/powerpoint/2010/main" val="109322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77777B-F1F5-097F-5C57-0A2DB4F2B2D9}"/>
              </a:ext>
            </a:extLst>
          </p:cNvPr>
          <p:cNvSpPr/>
          <p:nvPr/>
        </p:nvSpPr>
        <p:spPr>
          <a:xfrm>
            <a:off x="376517" y="359060"/>
            <a:ext cx="270734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Promises:-</a:t>
            </a:r>
            <a:endParaRPr lang="en-US" sz="3200" dirty="0">
              <a:ln w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C998F-1297-4732-9D11-22151DA56BF9}"/>
              </a:ext>
            </a:extLst>
          </p:cNvPr>
          <p:cNvSpPr/>
          <p:nvPr/>
        </p:nvSpPr>
        <p:spPr>
          <a:xfrm>
            <a:off x="376517" y="1238342"/>
            <a:ext cx="11573436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Promises is a way through which we can deal with asynchronous operations in JavaScript.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promise in JavaScript is similar to a promises we do in real life.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 we define a promise, either it will be resolved when the time comes, or it will get rejected.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promise has three state: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Pending - It is initial state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Fulfilled - It indicates promised operation was successful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Rejected - It indicates that promised operation was unsuccessful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7267FA-E6FE-5663-900D-4A7F17405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917" y="3998483"/>
            <a:ext cx="6957060" cy="264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17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95C72-0A6F-1733-7339-B3BC98A3984A}"/>
              </a:ext>
            </a:extLst>
          </p:cNvPr>
          <p:cNvSpPr/>
          <p:nvPr/>
        </p:nvSpPr>
        <p:spPr>
          <a:xfrm>
            <a:off x="376517" y="359060"/>
            <a:ext cx="226762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>
                <a:ln w="0"/>
              </a:rPr>
              <a:t>Lets see code:</a:t>
            </a:r>
            <a:endParaRPr lang="en-US" sz="3200" dirty="0">
              <a:ln w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1ABFA-E7B1-5F6A-0CEF-6C8D2F7A97EC}"/>
              </a:ext>
            </a:extLst>
          </p:cNvPr>
          <p:cNvSpPr txBox="1"/>
          <p:nvPr/>
        </p:nvSpPr>
        <p:spPr>
          <a:xfrm>
            <a:off x="243096" y="1847701"/>
            <a:ext cx="4566608" cy="378565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mypromise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 problem has been resolved"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"There is some error"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mypromise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 resolve function"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 reject function"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EE43594-19BD-C38A-FF79-4518D5A2A715}"/>
              </a:ext>
            </a:extLst>
          </p:cNvPr>
          <p:cNvSpPr/>
          <p:nvPr/>
        </p:nvSpPr>
        <p:spPr>
          <a:xfrm>
            <a:off x="4953000" y="3378577"/>
            <a:ext cx="914400" cy="723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8D68B-9B07-3CB7-546C-47EDB5CEE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09057"/>
            <a:ext cx="2872740" cy="69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64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7C741-958B-7F76-C336-0D389FCBC200}"/>
              </a:ext>
            </a:extLst>
          </p:cNvPr>
          <p:cNvSpPr txBox="1"/>
          <p:nvPr/>
        </p:nvSpPr>
        <p:spPr>
          <a:xfrm>
            <a:off x="2830466" y="151179"/>
            <a:ext cx="4655063" cy="655564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http-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equiv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"X-UA-Compatible"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"IE=edge"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Student list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"students"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"This is tutorial 37"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{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"harry"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subject: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"JavaScript"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{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"Rohan"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subject: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"Machine Learning"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enrollStudent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"Student has been enrolled"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})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FD801-630B-3126-0587-1D8D1B87ED36}"/>
              </a:ext>
            </a:extLst>
          </p:cNvPr>
          <p:cNvSpPr txBox="1"/>
          <p:nvPr/>
        </p:nvSpPr>
        <p:spPr>
          <a:xfrm>
            <a:off x="7558835" y="1607638"/>
            <a:ext cx="4566608" cy="39703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getStudents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`&lt;li&gt;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&lt;/li&gt;`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'students'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"Students have been fetched"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},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newStudent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"Sunny"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subject: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"Python"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enrollStudent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newStudent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getStudents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"Some error occured"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15A3F5-292A-4F39-E366-7D7417D006DD}"/>
              </a:ext>
            </a:extLst>
          </p:cNvPr>
          <p:cNvSpPr/>
          <p:nvPr/>
        </p:nvSpPr>
        <p:spPr>
          <a:xfrm>
            <a:off x="0" y="151179"/>
            <a:ext cx="2945599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</a:t>
            </a:r>
          </a:p>
          <a:p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Example:-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886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EB96B0-D119-813A-0B09-71049AB5111C}"/>
              </a:ext>
            </a:extLst>
          </p:cNvPr>
          <p:cNvSpPr/>
          <p:nvPr/>
        </p:nvSpPr>
        <p:spPr>
          <a:xfrm>
            <a:off x="0" y="0"/>
            <a:ext cx="337969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Async/await:-</a:t>
            </a:r>
            <a:endParaRPr lang="en-US" sz="3200" dirty="0">
              <a:ln w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F9EAB6-2A78-6BDE-568C-8AD38C4A516F}"/>
              </a:ext>
            </a:extLst>
          </p:cNvPr>
          <p:cNvSpPr/>
          <p:nvPr/>
        </p:nvSpPr>
        <p:spPr>
          <a:xfrm>
            <a:off x="89646" y="713090"/>
            <a:ext cx="115734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Async/await functions, which is a new addition with ES2017, that help us even more in allowing us to write completely synchronous-looking code while performing asynchronous tasks behind the scenes.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use the async keyword with a function to represent that the function is asynchronous.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async function always returns a promise.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Benefits:-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biggest advantage of using async and await is, it is very simple and the asynchronous method looks very similar to a normal synchronous methods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Also it is quite easy to debug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9D4B04-5906-07E4-6C63-DC5E2D9FA2BA}"/>
              </a:ext>
            </a:extLst>
          </p:cNvPr>
          <p:cNvSpPr/>
          <p:nvPr/>
        </p:nvSpPr>
        <p:spPr>
          <a:xfrm>
            <a:off x="89646" y="4513314"/>
            <a:ext cx="226762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>
                <a:ln w="0"/>
              </a:rPr>
              <a:t>Lets see code:</a:t>
            </a:r>
            <a:endParaRPr lang="en-US" sz="3200" dirty="0">
              <a:ln w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A56178-A91B-2A17-55E6-85C63DC94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" y="4953000"/>
            <a:ext cx="3444240" cy="19050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C1D9D1D-AC0D-C5CF-61D9-204DA842BF9E}"/>
              </a:ext>
            </a:extLst>
          </p:cNvPr>
          <p:cNvSpPr/>
          <p:nvPr/>
        </p:nvSpPr>
        <p:spPr>
          <a:xfrm>
            <a:off x="5338483" y="5543550"/>
            <a:ext cx="914400" cy="723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93D4CE-5637-1055-EA7D-84ECE54C1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53" y="5379720"/>
            <a:ext cx="2766060" cy="10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15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769</TotalTime>
  <Words>979</Words>
  <Application>Microsoft Office PowerPoint</Application>
  <PresentationFormat>Widescreen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Century Gothic</vt:lpstr>
      <vt:lpstr>Consolas</vt:lpstr>
      <vt:lpstr>Verdana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Ajay Kumar Dhakar</dc:creator>
  <cp:lastModifiedBy>Ajay Kumar Dhakar</cp:lastModifiedBy>
  <cp:revision>7</cp:revision>
  <dcterms:created xsi:type="dcterms:W3CDTF">2022-06-08T04:42:36Z</dcterms:created>
  <dcterms:modified xsi:type="dcterms:W3CDTF">2022-06-09T07:36:01Z</dcterms:modified>
</cp:coreProperties>
</file>